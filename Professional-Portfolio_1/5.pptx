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9" r:id="rId4"/>
    <p:sldId id="261" r:id="rId5"/>
    <p:sldId id="260" r:id="rId6"/>
    <p:sldId id="257" r:id="rId7"/>
    <p:sldId id="263" r:id="rId8"/>
    <p:sldId id="262" r:id="rId9"/>
  </p:sldIdLst>
  <p:sldSz cx="12801600" cy="58515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76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957646"/>
            <a:ext cx="9601200" cy="2037198"/>
          </a:xfrm>
        </p:spPr>
        <p:txBody>
          <a:bodyPr anchor="b"/>
          <a:lstStyle>
            <a:lvl1pPr algn="ctr">
              <a:defRPr sz="51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3073405"/>
            <a:ext cx="9601200" cy="1412764"/>
          </a:xfrm>
        </p:spPr>
        <p:txBody>
          <a:bodyPr/>
          <a:lstStyle>
            <a:lvl1pPr marL="0" indent="0" algn="ctr">
              <a:buNone/>
              <a:defRPr sz="2048"/>
            </a:lvl1pPr>
            <a:lvl2pPr marL="390083" indent="0" algn="ctr">
              <a:buNone/>
              <a:defRPr sz="1706"/>
            </a:lvl2pPr>
            <a:lvl3pPr marL="780166" indent="0" algn="ctr">
              <a:buNone/>
              <a:defRPr sz="1536"/>
            </a:lvl3pPr>
            <a:lvl4pPr marL="1170249" indent="0" algn="ctr">
              <a:buNone/>
              <a:defRPr sz="1365"/>
            </a:lvl4pPr>
            <a:lvl5pPr marL="1560332" indent="0" algn="ctr">
              <a:buNone/>
              <a:defRPr sz="1365"/>
            </a:lvl5pPr>
            <a:lvl6pPr marL="1950415" indent="0" algn="ctr">
              <a:buNone/>
              <a:defRPr sz="1365"/>
            </a:lvl6pPr>
            <a:lvl7pPr marL="2340498" indent="0" algn="ctr">
              <a:buNone/>
              <a:defRPr sz="1365"/>
            </a:lvl7pPr>
            <a:lvl8pPr marL="2730581" indent="0" algn="ctr">
              <a:buNone/>
              <a:defRPr sz="1365"/>
            </a:lvl8pPr>
            <a:lvl9pPr marL="3120664" indent="0" algn="ctr">
              <a:buNone/>
              <a:defRPr sz="1365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1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2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1458819"/>
            <a:ext cx="11041380" cy="2434071"/>
          </a:xfrm>
        </p:spPr>
        <p:txBody>
          <a:bodyPr anchor="b"/>
          <a:lstStyle>
            <a:lvl1pPr>
              <a:defRPr sz="51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3915917"/>
            <a:ext cx="11041380" cy="1280021"/>
          </a:xfrm>
        </p:spPr>
        <p:txBody>
          <a:bodyPr/>
          <a:lstStyle>
            <a:lvl1pPr marL="0" indent="0">
              <a:buNone/>
              <a:defRPr sz="2048">
                <a:solidFill>
                  <a:schemeClr val="tx1">
                    <a:tint val="75000"/>
                  </a:schemeClr>
                </a:solidFill>
              </a:defRPr>
            </a:lvl1pPr>
            <a:lvl2pPr marL="390083" indent="0">
              <a:buNone/>
              <a:defRPr sz="1706">
                <a:solidFill>
                  <a:schemeClr val="tx1">
                    <a:tint val="75000"/>
                  </a:schemeClr>
                </a:solidFill>
              </a:defRPr>
            </a:lvl2pPr>
            <a:lvl3pPr marL="780166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3pPr>
            <a:lvl4pPr marL="1170249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4pPr>
            <a:lvl5pPr marL="1560332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5pPr>
            <a:lvl6pPr marL="1950415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6pPr>
            <a:lvl7pPr marL="2340498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7pPr>
            <a:lvl8pPr marL="2730581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8pPr>
            <a:lvl9pPr marL="3120664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8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1557698"/>
            <a:ext cx="5440680" cy="3712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1557698"/>
            <a:ext cx="5440680" cy="3712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2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311540"/>
            <a:ext cx="11041380" cy="11310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1434437"/>
            <a:ext cx="5415676" cy="702995"/>
          </a:xfrm>
        </p:spPr>
        <p:txBody>
          <a:bodyPr anchor="b"/>
          <a:lstStyle>
            <a:lvl1pPr marL="0" indent="0">
              <a:buNone/>
              <a:defRPr sz="2048" b="1"/>
            </a:lvl1pPr>
            <a:lvl2pPr marL="390083" indent="0">
              <a:buNone/>
              <a:defRPr sz="1706" b="1"/>
            </a:lvl2pPr>
            <a:lvl3pPr marL="780166" indent="0">
              <a:buNone/>
              <a:defRPr sz="1536" b="1"/>
            </a:lvl3pPr>
            <a:lvl4pPr marL="1170249" indent="0">
              <a:buNone/>
              <a:defRPr sz="1365" b="1"/>
            </a:lvl4pPr>
            <a:lvl5pPr marL="1560332" indent="0">
              <a:buNone/>
              <a:defRPr sz="1365" b="1"/>
            </a:lvl5pPr>
            <a:lvl6pPr marL="1950415" indent="0">
              <a:buNone/>
              <a:defRPr sz="1365" b="1"/>
            </a:lvl6pPr>
            <a:lvl7pPr marL="2340498" indent="0">
              <a:buNone/>
              <a:defRPr sz="1365" b="1"/>
            </a:lvl7pPr>
            <a:lvl8pPr marL="2730581" indent="0">
              <a:buNone/>
              <a:defRPr sz="1365" b="1"/>
            </a:lvl8pPr>
            <a:lvl9pPr marL="3120664" indent="0">
              <a:buNone/>
              <a:defRPr sz="136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2137432"/>
            <a:ext cx="5415676" cy="31438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1434437"/>
            <a:ext cx="5442347" cy="702995"/>
          </a:xfrm>
        </p:spPr>
        <p:txBody>
          <a:bodyPr anchor="b"/>
          <a:lstStyle>
            <a:lvl1pPr marL="0" indent="0">
              <a:buNone/>
              <a:defRPr sz="2048" b="1"/>
            </a:lvl1pPr>
            <a:lvl2pPr marL="390083" indent="0">
              <a:buNone/>
              <a:defRPr sz="1706" b="1"/>
            </a:lvl2pPr>
            <a:lvl3pPr marL="780166" indent="0">
              <a:buNone/>
              <a:defRPr sz="1536" b="1"/>
            </a:lvl3pPr>
            <a:lvl4pPr marL="1170249" indent="0">
              <a:buNone/>
              <a:defRPr sz="1365" b="1"/>
            </a:lvl4pPr>
            <a:lvl5pPr marL="1560332" indent="0">
              <a:buNone/>
              <a:defRPr sz="1365" b="1"/>
            </a:lvl5pPr>
            <a:lvl6pPr marL="1950415" indent="0">
              <a:buNone/>
              <a:defRPr sz="1365" b="1"/>
            </a:lvl6pPr>
            <a:lvl7pPr marL="2340498" indent="0">
              <a:buNone/>
              <a:defRPr sz="1365" b="1"/>
            </a:lvl7pPr>
            <a:lvl8pPr marL="2730581" indent="0">
              <a:buNone/>
              <a:defRPr sz="1365" b="1"/>
            </a:lvl8pPr>
            <a:lvl9pPr marL="3120664" indent="0">
              <a:buNone/>
              <a:defRPr sz="136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2137432"/>
            <a:ext cx="5442347" cy="31438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78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42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90102"/>
            <a:ext cx="4128849" cy="1365356"/>
          </a:xfrm>
        </p:spPr>
        <p:txBody>
          <a:bodyPr anchor="b"/>
          <a:lstStyle>
            <a:lvl1pPr>
              <a:defRPr sz="273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842512"/>
            <a:ext cx="6480810" cy="4158375"/>
          </a:xfrm>
        </p:spPr>
        <p:txBody>
          <a:bodyPr/>
          <a:lstStyle>
            <a:lvl1pPr>
              <a:defRPr sz="2730"/>
            </a:lvl1pPr>
            <a:lvl2pPr>
              <a:defRPr sz="2389"/>
            </a:lvl2pPr>
            <a:lvl3pPr>
              <a:defRPr sz="2048"/>
            </a:lvl3pPr>
            <a:lvl4pPr>
              <a:defRPr sz="1706"/>
            </a:lvl4pPr>
            <a:lvl5pPr>
              <a:defRPr sz="1706"/>
            </a:lvl5pPr>
            <a:lvl6pPr>
              <a:defRPr sz="1706"/>
            </a:lvl6pPr>
            <a:lvl7pPr>
              <a:defRPr sz="1706"/>
            </a:lvl7pPr>
            <a:lvl8pPr>
              <a:defRPr sz="1706"/>
            </a:lvl8pPr>
            <a:lvl9pPr>
              <a:defRPr sz="170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755458"/>
            <a:ext cx="4128849" cy="3252202"/>
          </a:xfrm>
        </p:spPr>
        <p:txBody>
          <a:bodyPr/>
          <a:lstStyle>
            <a:lvl1pPr marL="0" indent="0">
              <a:buNone/>
              <a:defRPr sz="1365"/>
            </a:lvl1pPr>
            <a:lvl2pPr marL="390083" indent="0">
              <a:buNone/>
              <a:defRPr sz="1194"/>
            </a:lvl2pPr>
            <a:lvl3pPr marL="780166" indent="0">
              <a:buNone/>
              <a:defRPr sz="1024"/>
            </a:lvl3pPr>
            <a:lvl4pPr marL="1170249" indent="0">
              <a:buNone/>
              <a:defRPr sz="853"/>
            </a:lvl4pPr>
            <a:lvl5pPr marL="1560332" indent="0">
              <a:buNone/>
              <a:defRPr sz="853"/>
            </a:lvl5pPr>
            <a:lvl6pPr marL="1950415" indent="0">
              <a:buNone/>
              <a:defRPr sz="853"/>
            </a:lvl6pPr>
            <a:lvl7pPr marL="2340498" indent="0">
              <a:buNone/>
              <a:defRPr sz="853"/>
            </a:lvl7pPr>
            <a:lvl8pPr marL="2730581" indent="0">
              <a:buNone/>
              <a:defRPr sz="853"/>
            </a:lvl8pPr>
            <a:lvl9pPr marL="3120664" indent="0">
              <a:buNone/>
              <a:defRPr sz="85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7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90102"/>
            <a:ext cx="4128849" cy="1365356"/>
          </a:xfrm>
        </p:spPr>
        <p:txBody>
          <a:bodyPr anchor="b"/>
          <a:lstStyle>
            <a:lvl1pPr>
              <a:defRPr sz="273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842512"/>
            <a:ext cx="6480810" cy="4158375"/>
          </a:xfrm>
        </p:spPr>
        <p:txBody>
          <a:bodyPr anchor="t"/>
          <a:lstStyle>
            <a:lvl1pPr marL="0" indent="0">
              <a:buNone/>
              <a:defRPr sz="2730"/>
            </a:lvl1pPr>
            <a:lvl2pPr marL="390083" indent="0">
              <a:buNone/>
              <a:defRPr sz="2389"/>
            </a:lvl2pPr>
            <a:lvl3pPr marL="780166" indent="0">
              <a:buNone/>
              <a:defRPr sz="2048"/>
            </a:lvl3pPr>
            <a:lvl4pPr marL="1170249" indent="0">
              <a:buNone/>
              <a:defRPr sz="1706"/>
            </a:lvl4pPr>
            <a:lvl5pPr marL="1560332" indent="0">
              <a:buNone/>
              <a:defRPr sz="1706"/>
            </a:lvl5pPr>
            <a:lvl6pPr marL="1950415" indent="0">
              <a:buNone/>
              <a:defRPr sz="1706"/>
            </a:lvl6pPr>
            <a:lvl7pPr marL="2340498" indent="0">
              <a:buNone/>
              <a:defRPr sz="1706"/>
            </a:lvl7pPr>
            <a:lvl8pPr marL="2730581" indent="0">
              <a:buNone/>
              <a:defRPr sz="1706"/>
            </a:lvl8pPr>
            <a:lvl9pPr marL="3120664" indent="0">
              <a:buNone/>
              <a:defRPr sz="1706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755458"/>
            <a:ext cx="4128849" cy="3252202"/>
          </a:xfrm>
        </p:spPr>
        <p:txBody>
          <a:bodyPr/>
          <a:lstStyle>
            <a:lvl1pPr marL="0" indent="0">
              <a:buNone/>
              <a:defRPr sz="1365"/>
            </a:lvl1pPr>
            <a:lvl2pPr marL="390083" indent="0">
              <a:buNone/>
              <a:defRPr sz="1194"/>
            </a:lvl2pPr>
            <a:lvl3pPr marL="780166" indent="0">
              <a:buNone/>
              <a:defRPr sz="1024"/>
            </a:lvl3pPr>
            <a:lvl4pPr marL="1170249" indent="0">
              <a:buNone/>
              <a:defRPr sz="853"/>
            </a:lvl4pPr>
            <a:lvl5pPr marL="1560332" indent="0">
              <a:buNone/>
              <a:defRPr sz="853"/>
            </a:lvl5pPr>
            <a:lvl6pPr marL="1950415" indent="0">
              <a:buNone/>
              <a:defRPr sz="853"/>
            </a:lvl6pPr>
            <a:lvl7pPr marL="2340498" indent="0">
              <a:buNone/>
              <a:defRPr sz="853"/>
            </a:lvl7pPr>
            <a:lvl8pPr marL="2730581" indent="0">
              <a:buNone/>
              <a:defRPr sz="853"/>
            </a:lvl8pPr>
            <a:lvl9pPr marL="3120664" indent="0">
              <a:buNone/>
              <a:defRPr sz="853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38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22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311540"/>
            <a:ext cx="2760345" cy="495889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311540"/>
            <a:ext cx="8121015" cy="495889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311540"/>
            <a:ext cx="11041380" cy="1131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1557698"/>
            <a:ext cx="11041380" cy="371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5423497"/>
            <a:ext cx="2880360" cy="311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9AF26-10EC-4DE3-AC26-A18FE967D2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5423497"/>
            <a:ext cx="4320540" cy="311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5423497"/>
            <a:ext cx="2880360" cy="311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64602-A2D4-4C3D-A90D-45972DDB5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7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80166" rtl="0" eaLnBrk="1" latinLnBrk="0" hangingPunct="1">
        <a:lnSpc>
          <a:spcPct val="90000"/>
        </a:lnSpc>
        <a:spcBef>
          <a:spcPct val="0"/>
        </a:spcBef>
        <a:buNone/>
        <a:defRPr sz="37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042" indent="-195042" algn="l" defTabSz="780166" rtl="0" eaLnBrk="1" latinLnBrk="0" hangingPunct="1">
        <a:lnSpc>
          <a:spcPct val="90000"/>
        </a:lnSpc>
        <a:spcBef>
          <a:spcPts val="853"/>
        </a:spcBef>
        <a:buFont typeface="Arial" panose="020B0604020202020204" pitchFamily="34" charset="0"/>
        <a:buChar char="•"/>
        <a:defRPr sz="2389" kern="1200">
          <a:solidFill>
            <a:schemeClr val="tx1"/>
          </a:solidFill>
          <a:latin typeface="+mn-lt"/>
          <a:ea typeface="+mn-ea"/>
          <a:cs typeface="+mn-cs"/>
        </a:defRPr>
      </a:lvl1pPr>
      <a:lvl2pPr marL="585125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2048" kern="1200">
          <a:solidFill>
            <a:schemeClr val="tx1"/>
          </a:solidFill>
          <a:latin typeface="+mn-lt"/>
          <a:ea typeface="+mn-ea"/>
          <a:cs typeface="+mn-cs"/>
        </a:defRPr>
      </a:lvl2pPr>
      <a:lvl3pPr marL="975208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706" kern="1200">
          <a:solidFill>
            <a:schemeClr val="tx1"/>
          </a:solidFill>
          <a:latin typeface="+mn-lt"/>
          <a:ea typeface="+mn-ea"/>
          <a:cs typeface="+mn-cs"/>
        </a:defRPr>
      </a:lvl3pPr>
      <a:lvl4pPr marL="1365291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4pPr>
      <a:lvl5pPr marL="1755374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5pPr>
      <a:lvl6pPr marL="2145457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6pPr>
      <a:lvl7pPr marL="2535540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7pPr>
      <a:lvl8pPr marL="2925623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8pPr>
      <a:lvl9pPr marL="3315706" indent="-195042" algn="l" defTabSz="780166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1pPr>
      <a:lvl2pPr marL="390083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2pPr>
      <a:lvl3pPr marL="780166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3pPr>
      <a:lvl4pPr marL="1170249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4pPr>
      <a:lvl5pPr marL="1560332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5pPr>
      <a:lvl6pPr marL="1950415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6pPr>
      <a:lvl7pPr marL="2340498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7pPr>
      <a:lvl8pPr marL="2730581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8pPr>
      <a:lvl9pPr marL="3120664" algn="l" defTabSz="780166" rtl="0" eaLnBrk="1" latinLnBrk="0" hangingPunct="1">
        <a:defRPr sz="15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197" y="0"/>
            <a:ext cx="12871995" cy="58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1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65" y="0"/>
            <a:ext cx="12839530" cy="58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6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58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6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009" y="0"/>
            <a:ext cx="12847619" cy="58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9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993" y="0"/>
            <a:ext cx="12885586" cy="58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41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93" y="0"/>
            <a:ext cx="12881987" cy="586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7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42" y="0"/>
            <a:ext cx="12902084" cy="586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6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93" y="0"/>
            <a:ext cx="12881987" cy="587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3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2026-03-01T07:14:12Z</dcterms:created>
  <dcterms:modified xsi:type="dcterms:W3CDTF">2026-03-01T10:26:47Z</dcterms:modified>
</cp:coreProperties>
</file>