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0"/>
  </p:notesMasterIdLst>
  <p:sldIdLst>
    <p:sldId id="256" r:id="rId2"/>
    <p:sldId id="258" r:id="rId3"/>
    <p:sldId id="259" r:id="rId4"/>
    <p:sldId id="261" r:id="rId5"/>
    <p:sldId id="260" r:id="rId6"/>
    <p:sldId id="257" r:id="rId7"/>
    <p:sldId id="263" r:id="rId8"/>
    <p:sldId id="262" r:id="rId9"/>
  </p:sldIdLst>
  <p:sldSz cx="9144000" cy="55784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1954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8EBF9-E09C-4310-8179-B7477394B582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1143000"/>
            <a:ext cx="5057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9DD62-7CA5-4FDD-862B-C6924070F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0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0113" y="1143000"/>
            <a:ext cx="50577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49DD62-7CA5-4FDD-862B-C6924070F1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67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12959"/>
            <a:ext cx="6858000" cy="194213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29991"/>
            <a:ext cx="6858000" cy="13468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3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77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390746"/>
            <a:ext cx="7886700" cy="232049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733189"/>
            <a:ext cx="7886700" cy="1220291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4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85011"/>
            <a:ext cx="3886200" cy="353949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85011"/>
            <a:ext cx="3886200" cy="353949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97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97003"/>
            <a:ext cx="7886700" cy="107824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67502"/>
            <a:ext cx="3868340" cy="67019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37693"/>
            <a:ext cx="3868340" cy="29971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67502"/>
            <a:ext cx="3887391" cy="67019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37693"/>
            <a:ext cx="3887391" cy="29971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9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5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0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71898"/>
            <a:ext cx="2949178" cy="13016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03197"/>
            <a:ext cx="4629150" cy="396433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673543"/>
            <a:ext cx="2949178" cy="31004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7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71898"/>
            <a:ext cx="2949178" cy="13016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03197"/>
            <a:ext cx="4629150" cy="396433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673543"/>
            <a:ext cx="2949178" cy="31004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2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70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97002"/>
            <a:ext cx="1971675" cy="47275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97002"/>
            <a:ext cx="5800725" cy="47275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83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97003"/>
            <a:ext cx="7886700" cy="1078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85011"/>
            <a:ext cx="7886700" cy="3539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170420"/>
            <a:ext cx="2057400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170420"/>
            <a:ext cx="3086100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170420"/>
            <a:ext cx="2057400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2688" y="0"/>
            <a:ext cx="12249376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1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680" y="0"/>
            <a:ext cx="9179361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6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834" y="0"/>
            <a:ext cx="9247668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6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978" y="0"/>
            <a:ext cx="9221957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9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4946" y="0"/>
            <a:ext cx="9673893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4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2705" y="0"/>
            <a:ext cx="10609411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7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8961" y="0"/>
            <a:ext cx="9841923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55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10" y="0"/>
            <a:ext cx="9189220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1</Words>
  <Application>Microsoft Office PowerPoint</Application>
  <PresentationFormat>Custom</PresentationFormat>
  <Paragraphs>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</cp:revision>
  <dcterms:created xsi:type="dcterms:W3CDTF">2026-03-01T07:14:12Z</dcterms:created>
  <dcterms:modified xsi:type="dcterms:W3CDTF">2026-03-01T08:17:03Z</dcterms:modified>
</cp:coreProperties>
</file>