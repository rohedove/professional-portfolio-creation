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7" r:id="rId2"/>
    <p:sldId id="260" r:id="rId3"/>
    <p:sldId id="258" r:id="rId4"/>
    <p:sldId id="259" r:id="rId5"/>
    <p:sldId id="263" r:id="rId6"/>
    <p:sldId id="262" r:id="rId7"/>
    <p:sldId id="261" r:id="rId8"/>
    <p:sldId id="264" r:id="rId9"/>
  </p:sldIdLst>
  <p:sldSz cx="11887200" cy="59436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8" d="100"/>
          <a:sy n="78" d="100"/>
        </p:scale>
        <p:origin x="893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85900" y="972715"/>
            <a:ext cx="8915400" cy="2069253"/>
          </a:xfrm>
        </p:spPr>
        <p:txBody>
          <a:bodyPr anchor="b"/>
          <a:lstStyle>
            <a:lvl1pPr algn="ctr">
              <a:defRPr sz="5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3121766"/>
            <a:ext cx="8915400" cy="1434994"/>
          </a:xfrm>
        </p:spPr>
        <p:txBody>
          <a:bodyPr/>
          <a:lstStyle>
            <a:lvl1pPr marL="0" indent="0" algn="ctr">
              <a:buNone/>
              <a:defRPr sz="2080"/>
            </a:lvl1pPr>
            <a:lvl2pPr marL="396255" indent="0" algn="ctr">
              <a:buNone/>
              <a:defRPr sz="1733"/>
            </a:lvl2pPr>
            <a:lvl3pPr marL="792510" indent="0" algn="ctr">
              <a:buNone/>
              <a:defRPr sz="1560"/>
            </a:lvl3pPr>
            <a:lvl4pPr marL="1188766" indent="0" algn="ctr">
              <a:buNone/>
              <a:defRPr sz="1387"/>
            </a:lvl4pPr>
            <a:lvl5pPr marL="1585021" indent="0" algn="ctr">
              <a:buNone/>
              <a:defRPr sz="1387"/>
            </a:lvl5pPr>
            <a:lvl6pPr marL="1981276" indent="0" algn="ctr">
              <a:buNone/>
              <a:defRPr sz="1387"/>
            </a:lvl6pPr>
            <a:lvl7pPr marL="2377531" indent="0" algn="ctr">
              <a:buNone/>
              <a:defRPr sz="1387"/>
            </a:lvl7pPr>
            <a:lvl8pPr marL="2773787" indent="0" algn="ctr">
              <a:buNone/>
              <a:defRPr sz="1387"/>
            </a:lvl8pPr>
            <a:lvl9pPr marL="3170042" indent="0" algn="ctr">
              <a:buNone/>
              <a:defRPr sz="1387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8718B-256C-4047-9DCC-8C4A7D1D45EB}" type="datetimeFigureOut">
              <a:rPr lang="en-US" smtClean="0"/>
              <a:t>01-Mar-26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D0D3C-2D3E-4B46-9026-4DF2CA3EF1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014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8718B-256C-4047-9DCC-8C4A7D1D45EB}" type="datetimeFigureOut">
              <a:rPr lang="en-US" smtClean="0"/>
              <a:t>01-Mar-26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D0D3C-2D3E-4B46-9026-4DF2CA3EF1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493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1054" y="1481773"/>
            <a:ext cx="10252710" cy="2472372"/>
          </a:xfrm>
        </p:spPr>
        <p:txBody>
          <a:bodyPr anchor="b"/>
          <a:lstStyle>
            <a:lvl1pPr>
              <a:defRPr sz="5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1054" y="3977535"/>
            <a:ext cx="10252710" cy="1300162"/>
          </a:xfrm>
        </p:spPr>
        <p:txBody>
          <a:bodyPr/>
          <a:lstStyle>
            <a:lvl1pPr marL="0" indent="0">
              <a:buNone/>
              <a:defRPr sz="2080">
                <a:solidFill>
                  <a:schemeClr val="tx1">
                    <a:tint val="75000"/>
                  </a:schemeClr>
                </a:solidFill>
              </a:defRPr>
            </a:lvl1pPr>
            <a:lvl2pPr marL="396255" indent="0">
              <a:buNone/>
              <a:defRPr sz="1733">
                <a:solidFill>
                  <a:schemeClr val="tx1">
                    <a:tint val="75000"/>
                  </a:schemeClr>
                </a:solidFill>
              </a:defRPr>
            </a:lvl2pPr>
            <a:lvl3pPr marL="792510" indent="0">
              <a:buNone/>
              <a:defRPr sz="1560">
                <a:solidFill>
                  <a:schemeClr val="tx1">
                    <a:tint val="75000"/>
                  </a:schemeClr>
                </a:solidFill>
              </a:defRPr>
            </a:lvl3pPr>
            <a:lvl4pPr marL="1188766" indent="0">
              <a:buNone/>
              <a:defRPr sz="1387">
                <a:solidFill>
                  <a:schemeClr val="tx1">
                    <a:tint val="75000"/>
                  </a:schemeClr>
                </a:solidFill>
              </a:defRPr>
            </a:lvl4pPr>
            <a:lvl5pPr marL="1585021" indent="0">
              <a:buNone/>
              <a:defRPr sz="1387">
                <a:solidFill>
                  <a:schemeClr val="tx1">
                    <a:tint val="75000"/>
                  </a:schemeClr>
                </a:solidFill>
              </a:defRPr>
            </a:lvl5pPr>
            <a:lvl6pPr marL="1981276" indent="0">
              <a:buNone/>
              <a:defRPr sz="1387">
                <a:solidFill>
                  <a:schemeClr val="tx1">
                    <a:tint val="75000"/>
                  </a:schemeClr>
                </a:solidFill>
              </a:defRPr>
            </a:lvl6pPr>
            <a:lvl7pPr marL="2377531" indent="0">
              <a:buNone/>
              <a:defRPr sz="1387">
                <a:solidFill>
                  <a:schemeClr val="tx1">
                    <a:tint val="75000"/>
                  </a:schemeClr>
                </a:solidFill>
              </a:defRPr>
            </a:lvl7pPr>
            <a:lvl8pPr marL="2773787" indent="0">
              <a:buNone/>
              <a:defRPr sz="1387">
                <a:solidFill>
                  <a:schemeClr val="tx1">
                    <a:tint val="75000"/>
                  </a:schemeClr>
                </a:solidFill>
              </a:defRPr>
            </a:lvl8pPr>
            <a:lvl9pPr marL="3170042" indent="0">
              <a:buNone/>
              <a:defRPr sz="138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8718B-256C-4047-9DCC-8C4A7D1D45EB}" type="datetimeFigureOut">
              <a:rPr lang="en-US" smtClean="0"/>
              <a:t>01-Mar-26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D0D3C-2D3E-4B46-9026-4DF2CA3EF1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902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7245" y="1582208"/>
            <a:ext cx="5052060" cy="37711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7895" y="1582208"/>
            <a:ext cx="5052060" cy="37711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8718B-256C-4047-9DCC-8C4A7D1D45EB}" type="datetimeFigureOut">
              <a:rPr lang="en-US" smtClean="0"/>
              <a:t>01-Mar-26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D0D3C-2D3E-4B46-9026-4DF2CA3EF1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657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793" y="316442"/>
            <a:ext cx="10252710" cy="114882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794" y="1457008"/>
            <a:ext cx="5028842" cy="714057"/>
          </a:xfrm>
        </p:spPr>
        <p:txBody>
          <a:bodyPr anchor="b"/>
          <a:lstStyle>
            <a:lvl1pPr marL="0" indent="0">
              <a:buNone/>
              <a:defRPr sz="2080" b="1"/>
            </a:lvl1pPr>
            <a:lvl2pPr marL="396255" indent="0">
              <a:buNone/>
              <a:defRPr sz="1733" b="1"/>
            </a:lvl2pPr>
            <a:lvl3pPr marL="792510" indent="0">
              <a:buNone/>
              <a:defRPr sz="1560" b="1"/>
            </a:lvl3pPr>
            <a:lvl4pPr marL="1188766" indent="0">
              <a:buNone/>
              <a:defRPr sz="1387" b="1"/>
            </a:lvl4pPr>
            <a:lvl5pPr marL="1585021" indent="0">
              <a:buNone/>
              <a:defRPr sz="1387" b="1"/>
            </a:lvl5pPr>
            <a:lvl6pPr marL="1981276" indent="0">
              <a:buNone/>
              <a:defRPr sz="1387" b="1"/>
            </a:lvl6pPr>
            <a:lvl7pPr marL="2377531" indent="0">
              <a:buNone/>
              <a:defRPr sz="1387" b="1"/>
            </a:lvl7pPr>
            <a:lvl8pPr marL="2773787" indent="0">
              <a:buNone/>
              <a:defRPr sz="1387" b="1"/>
            </a:lvl8pPr>
            <a:lvl9pPr marL="3170042" indent="0">
              <a:buNone/>
              <a:defRPr sz="1387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8794" y="2171065"/>
            <a:ext cx="5028842" cy="319331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17895" y="1457008"/>
            <a:ext cx="5053608" cy="714057"/>
          </a:xfrm>
        </p:spPr>
        <p:txBody>
          <a:bodyPr anchor="b"/>
          <a:lstStyle>
            <a:lvl1pPr marL="0" indent="0">
              <a:buNone/>
              <a:defRPr sz="2080" b="1"/>
            </a:lvl1pPr>
            <a:lvl2pPr marL="396255" indent="0">
              <a:buNone/>
              <a:defRPr sz="1733" b="1"/>
            </a:lvl2pPr>
            <a:lvl3pPr marL="792510" indent="0">
              <a:buNone/>
              <a:defRPr sz="1560" b="1"/>
            </a:lvl3pPr>
            <a:lvl4pPr marL="1188766" indent="0">
              <a:buNone/>
              <a:defRPr sz="1387" b="1"/>
            </a:lvl4pPr>
            <a:lvl5pPr marL="1585021" indent="0">
              <a:buNone/>
              <a:defRPr sz="1387" b="1"/>
            </a:lvl5pPr>
            <a:lvl6pPr marL="1981276" indent="0">
              <a:buNone/>
              <a:defRPr sz="1387" b="1"/>
            </a:lvl6pPr>
            <a:lvl7pPr marL="2377531" indent="0">
              <a:buNone/>
              <a:defRPr sz="1387" b="1"/>
            </a:lvl7pPr>
            <a:lvl8pPr marL="2773787" indent="0">
              <a:buNone/>
              <a:defRPr sz="1387" b="1"/>
            </a:lvl8pPr>
            <a:lvl9pPr marL="3170042" indent="0">
              <a:buNone/>
              <a:defRPr sz="1387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17895" y="2171065"/>
            <a:ext cx="5053608" cy="319331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8718B-256C-4047-9DCC-8C4A7D1D45EB}" type="datetimeFigureOut">
              <a:rPr lang="en-US" smtClean="0"/>
              <a:t>01-Mar-26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D0D3C-2D3E-4B46-9026-4DF2CA3EF1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313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8718B-256C-4047-9DCC-8C4A7D1D45EB}" type="datetimeFigureOut">
              <a:rPr lang="en-US" smtClean="0"/>
              <a:t>01-Mar-26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D0D3C-2D3E-4B46-9026-4DF2CA3EF1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372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8718B-256C-4047-9DCC-8C4A7D1D45EB}" type="datetimeFigureOut">
              <a:rPr lang="en-US" smtClean="0"/>
              <a:t>01-Mar-26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D0D3C-2D3E-4B46-9026-4DF2CA3EF1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733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794" y="396240"/>
            <a:ext cx="3833931" cy="1386840"/>
          </a:xfrm>
        </p:spPr>
        <p:txBody>
          <a:bodyPr anchor="b"/>
          <a:lstStyle>
            <a:lvl1pPr>
              <a:defRPr sz="2773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3608" y="855769"/>
            <a:ext cx="6017895" cy="4223808"/>
          </a:xfrm>
        </p:spPr>
        <p:txBody>
          <a:bodyPr/>
          <a:lstStyle>
            <a:lvl1pPr>
              <a:defRPr sz="2773"/>
            </a:lvl1pPr>
            <a:lvl2pPr>
              <a:defRPr sz="2427"/>
            </a:lvl2pPr>
            <a:lvl3pPr>
              <a:defRPr sz="2080"/>
            </a:lvl3pPr>
            <a:lvl4pPr>
              <a:defRPr sz="1733"/>
            </a:lvl4pPr>
            <a:lvl5pPr>
              <a:defRPr sz="1733"/>
            </a:lvl5pPr>
            <a:lvl6pPr>
              <a:defRPr sz="1733"/>
            </a:lvl6pPr>
            <a:lvl7pPr>
              <a:defRPr sz="1733"/>
            </a:lvl7pPr>
            <a:lvl8pPr>
              <a:defRPr sz="1733"/>
            </a:lvl8pPr>
            <a:lvl9pPr>
              <a:defRPr sz="1733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794" y="1783080"/>
            <a:ext cx="3833931" cy="3303376"/>
          </a:xfrm>
        </p:spPr>
        <p:txBody>
          <a:bodyPr/>
          <a:lstStyle>
            <a:lvl1pPr marL="0" indent="0">
              <a:buNone/>
              <a:defRPr sz="1387"/>
            </a:lvl1pPr>
            <a:lvl2pPr marL="396255" indent="0">
              <a:buNone/>
              <a:defRPr sz="1213"/>
            </a:lvl2pPr>
            <a:lvl3pPr marL="792510" indent="0">
              <a:buNone/>
              <a:defRPr sz="1040"/>
            </a:lvl3pPr>
            <a:lvl4pPr marL="1188766" indent="0">
              <a:buNone/>
              <a:defRPr sz="867"/>
            </a:lvl4pPr>
            <a:lvl5pPr marL="1585021" indent="0">
              <a:buNone/>
              <a:defRPr sz="867"/>
            </a:lvl5pPr>
            <a:lvl6pPr marL="1981276" indent="0">
              <a:buNone/>
              <a:defRPr sz="867"/>
            </a:lvl6pPr>
            <a:lvl7pPr marL="2377531" indent="0">
              <a:buNone/>
              <a:defRPr sz="867"/>
            </a:lvl7pPr>
            <a:lvl8pPr marL="2773787" indent="0">
              <a:buNone/>
              <a:defRPr sz="867"/>
            </a:lvl8pPr>
            <a:lvl9pPr marL="3170042" indent="0">
              <a:buNone/>
              <a:defRPr sz="867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8718B-256C-4047-9DCC-8C4A7D1D45EB}" type="datetimeFigureOut">
              <a:rPr lang="en-US" smtClean="0"/>
              <a:t>01-Mar-26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D0D3C-2D3E-4B46-9026-4DF2CA3EF1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696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794" y="396240"/>
            <a:ext cx="3833931" cy="1386840"/>
          </a:xfrm>
        </p:spPr>
        <p:txBody>
          <a:bodyPr anchor="b"/>
          <a:lstStyle>
            <a:lvl1pPr>
              <a:defRPr sz="2773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53608" y="855769"/>
            <a:ext cx="6017895" cy="4223808"/>
          </a:xfrm>
        </p:spPr>
        <p:txBody>
          <a:bodyPr anchor="t"/>
          <a:lstStyle>
            <a:lvl1pPr marL="0" indent="0">
              <a:buNone/>
              <a:defRPr sz="2773"/>
            </a:lvl1pPr>
            <a:lvl2pPr marL="396255" indent="0">
              <a:buNone/>
              <a:defRPr sz="2427"/>
            </a:lvl2pPr>
            <a:lvl3pPr marL="792510" indent="0">
              <a:buNone/>
              <a:defRPr sz="2080"/>
            </a:lvl3pPr>
            <a:lvl4pPr marL="1188766" indent="0">
              <a:buNone/>
              <a:defRPr sz="1733"/>
            </a:lvl4pPr>
            <a:lvl5pPr marL="1585021" indent="0">
              <a:buNone/>
              <a:defRPr sz="1733"/>
            </a:lvl5pPr>
            <a:lvl6pPr marL="1981276" indent="0">
              <a:buNone/>
              <a:defRPr sz="1733"/>
            </a:lvl6pPr>
            <a:lvl7pPr marL="2377531" indent="0">
              <a:buNone/>
              <a:defRPr sz="1733"/>
            </a:lvl7pPr>
            <a:lvl8pPr marL="2773787" indent="0">
              <a:buNone/>
              <a:defRPr sz="1733"/>
            </a:lvl8pPr>
            <a:lvl9pPr marL="3170042" indent="0">
              <a:buNone/>
              <a:defRPr sz="1733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794" y="1783080"/>
            <a:ext cx="3833931" cy="3303376"/>
          </a:xfrm>
        </p:spPr>
        <p:txBody>
          <a:bodyPr/>
          <a:lstStyle>
            <a:lvl1pPr marL="0" indent="0">
              <a:buNone/>
              <a:defRPr sz="1387"/>
            </a:lvl1pPr>
            <a:lvl2pPr marL="396255" indent="0">
              <a:buNone/>
              <a:defRPr sz="1213"/>
            </a:lvl2pPr>
            <a:lvl3pPr marL="792510" indent="0">
              <a:buNone/>
              <a:defRPr sz="1040"/>
            </a:lvl3pPr>
            <a:lvl4pPr marL="1188766" indent="0">
              <a:buNone/>
              <a:defRPr sz="867"/>
            </a:lvl4pPr>
            <a:lvl5pPr marL="1585021" indent="0">
              <a:buNone/>
              <a:defRPr sz="867"/>
            </a:lvl5pPr>
            <a:lvl6pPr marL="1981276" indent="0">
              <a:buNone/>
              <a:defRPr sz="867"/>
            </a:lvl6pPr>
            <a:lvl7pPr marL="2377531" indent="0">
              <a:buNone/>
              <a:defRPr sz="867"/>
            </a:lvl7pPr>
            <a:lvl8pPr marL="2773787" indent="0">
              <a:buNone/>
              <a:defRPr sz="867"/>
            </a:lvl8pPr>
            <a:lvl9pPr marL="3170042" indent="0">
              <a:buNone/>
              <a:defRPr sz="867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8718B-256C-4047-9DCC-8C4A7D1D45EB}" type="datetimeFigureOut">
              <a:rPr lang="en-US" smtClean="0"/>
              <a:t>01-Mar-26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D0D3C-2D3E-4B46-9026-4DF2CA3EF1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91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8718B-256C-4047-9DCC-8C4A7D1D45EB}" type="datetimeFigureOut">
              <a:rPr lang="en-US" smtClean="0"/>
              <a:t>01-Mar-26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D0D3C-2D3E-4B46-9026-4DF2CA3EF1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376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06777" y="316442"/>
            <a:ext cx="2563178" cy="5036926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7245" y="316442"/>
            <a:ext cx="7540943" cy="5036926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8718B-256C-4047-9DCC-8C4A7D1D45EB}" type="datetimeFigureOut">
              <a:rPr lang="en-US" smtClean="0"/>
              <a:t>01-Mar-26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D0D3C-2D3E-4B46-9026-4DF2CA3EF1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781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7245" y="316442"/>
            <a:ext cx="10252710" cy="11488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7245" y="1582208"/>
            <a:ext cx="10252710" cy="3771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17245" y="5508837"/>
            <a:ext cx="2674620" cy="3164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28718B-256C-4047-9DCC-8C4A7D1D45EB}" type="datetimeFigureOut">
              <a:rPr lang="en-US" smtClean="0"/>
              <a:t>01-Mar-26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37635" y="5508837"/>
            <a:ext cx="4011930" cy="3164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95335" y="5508837"/>
            <a:ext cx="2674620" cy="3164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FD0D3C-2D3E-4B46-9026-4DF2CA3EF1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3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792510" rtl="0" eaLnBrk="1" latinLnBrk="0" hangingPunct="1">
        <a:lnSpc>
          <a:spcPct val="90000"/>
        </a:lnSpc>
        <a:spcBef>
          <a:spcPct val="0"/>
        </a:spcBef>
        <a:buNone/>
        <a:defRPr sz="381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8128" indent="-198128" algn="l" defTabSz="792510" rtl="0" eaLnBrk="1" latinLnBrk="0" hangingPunct="1">
        <a:lnSpc>
          <a:spcPct val="90000"/>
        </a:lnSpc>
        <a:spcBef>
          <a:spcPts val="867"/>
        </a:spcBef>
        <a:buFont typeface="Arial" panose="020B0604020202020204" pitchFamily="34" charset="0"/>
        <a:buChar char="•"/>
        <a:defRPr sz="2427" kern="1200">
          <a:solidFill>
            <a:schemeClr val="tx1"/>
          </a:solidFill>
          <a:latin typeface="+mn-lt"/>
          <a:ea typeface="+mn-ea"/>
          <a:cs typeface="+mn-cs"/>
        </a:defRPr>
      </a:lvl1pPr>
      <a:lvl2pPr marL="594383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2080" kern="1200">
          <a:solidFill>
            <a:schemeClr val="tx1"/>
          </a:solidFill>
          <a:latin typeface="+mn-lt"/>
          <a:ea typeface="+mn-ea"/>
          <a:cs typeface="+mn-cs"/>
        </a:defRPr>
      </a:lvl2pPr>
      <a:lvl3pPr marL="990638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733" kern="1200">
          <a:solidFill>
            <a:schemeClr val="tx1"/>
          </a:solidFill>
          <a:latin typeface="+mn-lt"/>
          <a:ea typeface="+mn-ea"/>
          <a:cs typeface="+mn-cs"/>
        </a:defRPr>
      </a:lvl3pPr>
      <a:lvl4pPr marL="1386893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4pPr>
      <a:lvl5pPr marL="1783149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5pPr>
      <a:lvl6pPr marL="2179404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6pPr>
      <a:lvl7pPr marL="2575659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7pPr>
      <a:lvl8pPr marL="2971914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8pPr>
      <a:lvl9pPr marL="3368170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1pPr>
      <a:lvl2pPr marL="396255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2pPr>
      <a:lvl3pPr marL="792510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66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4pPr>
      <a:lvl5pPr marL="1585021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5pPr>
      <a:lvl6pPr marL="1981276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6pPr>
      <a:lvl7pPr marL="2377531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7pPr>
      <a:lvl8pPr marL="2773787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8pPr>
      <a:lvl9pPr marL="3170042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44088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743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887200" cy="6105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651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1477" y="0"/>
            <a:ext cx="12090155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061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8355" y="0"/>
            <a:ext cx="12303911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752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3928" y="0"/>
            <a:ext cx="12155057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609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741" y="0"/>
            <a:ext cx="11902683" cy="6079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147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887200" cy="6369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089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887200" cy="6103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491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62</TotalTime>
  <Words>0</Words>
  <Application>Microsoft Office PowerPoint</Application>
  <PresentationFormat>Custom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4</cp:revision>
  <dcterms:created xsi:type="dcterms:W3CDTF">2026-02-28T16:17:40Z</dcterms:created>
  <dcterms:modified xsi:type="dcterms:W3CDTF">2026-03-01T07:03:07Z</dcterms:modified>
</cp:coreProperties>
</file>