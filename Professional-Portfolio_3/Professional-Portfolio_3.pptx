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8" r:id="rId5"/>
    <p:sldId id="257" r:id="rId6"/>
    <p:sldId id="262" r:id="rId7"/>
    <p:sldId id="261" r:id="rId8"/>
    <p:sldId id="263" r:id="rId9"/>
    <p:sldId id="264" r:id="rId10"/>
  </p:sldIdLst>
  <p:sldSz cx="12192000" cy="70405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92" autoAdjust="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52241"/>
            <a:ext cx="9144000" cy="24511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97926"/>
            <a:ext cx="9144000" cy="169983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5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8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55253"/>
            <a:ext cx="10515600" cy="292867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11637"/>
            <a:ext cx="10515600" cy="15401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4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74224"/>
            <a:ext cx="5181600" cy="44671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74224"/>
            <a:ext cx="5181600" cy="44671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1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74845"/>
            <a:ext cx="10515600" cy="1360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25916"/>
            <a:ext cx="5157787" cy="8458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71761"/>
            <a:ext cx="5157787" cy="37826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25916"/>
            <a:ext cx="5183188" cy="84584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71761"/>
            <a:ext cx="5183188" cy="37826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8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05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9371"/>
            <a:ext cx="3932237" cy="16427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13711"/>
            <a:ext cx="6172200" cy="5003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12169"/>
            <a:ext cx="3932237" cy="39130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69371"/>
            <a:ext cx="3932237" cy="164279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13711"/>
            <a:ext cx="6172200" cy="500336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12169"/>
            <a:ext cx="3932237" cy="391305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6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74845"/>
            <a:ext cx="2628900" cy="596655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4845"/>
            <a:ext cx="7734300" cy="596655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4845"/>
            <a:ext cx="10515600" cy="1360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74224"/>
            <a:ext cx="10515600" cy="4467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25559"/>
            <a:ext cx="27432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844D9-EB94-4364-B351-3F64B8288E0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25559"/>
            <a:ext cx="41148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525559"/>
            <a:ext cx="274320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CE09-473B-47BE-A1F7-4C526074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9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08" y="-114459"/>
            <a:ext cx="12264617" cy="726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3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765" y="-23019"/>
            <a:ext cx="12329531" cy="708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7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241"/>
            <a:ext cx="12192000" cy="71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0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3" y="2010358"/>
            <a:ext cx="10317015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2228"/>
            <a:ext cx="12192000" cy="718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08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2" y="-25710"/>
            <a:ext cx="12215344" cy="709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5817"/>
            <a:ext cx="12192000" cy="723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7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513"/>
            <a:ext cx="12192000" cy="706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5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395"/>
            <a:ext cx="12192000" cy="71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77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2026-03-01T06:10:08Z</dcterms:created>
  <dcterms:modified xsi:type="dcterms:W3CDTF">2026-03-01T06:54:21Z</dcterms:modified>
</cp:coreProperties>
</file>